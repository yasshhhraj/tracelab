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bd7bd31cda440b" /><Relationship Type="http://schemas.openxmlformats.org/officeDocument/2006/relationships/extended-properties" Target="/docProps/app.xml" Id="Ref126e6660274f17" /><Relationship Type="http://schemas.openxmlformats.org/officeDocument/2006/relationships/officeDocument" Target="/ppt/presentation.xml" Id="Re571f9f821e04e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bfc8b0c06a4c75"/>
  </p:sldMasterIdLst>
  <p:notesMasterIdLst>
    <p:notesMasterId xmlns:r="http://schemas.openxmlformats.org/officeDocument/2006/relationships" r:id="R903b525eb6444cd2"/>
  </p:notesMasterIdLst>
  <p:sldIdLst>
    <p:sldId xmlns:r="http://schemas.openxmlformats.org/officeDocument/2006/relationships" id="256" r:id="R9c3959ab1a4c40cd"/>
    <p:sldId xmlns:r="http://schemas.openxmlformats.org/officeDocument/2006/relationships" id="257" r:id="Rbee8e873d8994325"/>
    <p:sldId xmlns:r="http://schemas.openxmlformats.org/officeDocument/2006/relationships" id="258" r:id="Re294bee0a3cc41bf"/>
    <p:sldId xmlns:r="http://schemas.openxmlformats.org/officeDocument/2006/relationships" id="259" r:id="Ra8b162074a284e3b"/>
    <p:sldId xmlns:r="http://schemas.openxmlformats.org/officeDocument/2006/relationships" id="260" r:id="R5251c245ddf14967"/>
    <p:sldId xmlns:r="http://schemas.openxmlformats.org/officeDocument/2006/relationships" id="261" r:id="R0458007ca0e74f1f"/>
    <p:sldId xmlns:r="http://schemas.openxmlformats.org/officeDocument/2006/relationships" id="262" r:id="R81169030cdbe4fdb"/>
    <p:sldId xmlns:r="http://schemas.openxmlformats.org/officeDocument/2006/relationships" id="263" r:id="R577472fb46324b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faf167d45c4292" /><Relationship Type="http://schemas.openxmlformats.org/officeDocument/2006/relationships/slideMaster" Target="/ppt/slideMasters/slideMaster1.xml" Id="R17bfc8b0c06a4c75" /><Relationship Type="http://schemas.openxmlformats.org/officeDocument/2006/relationships/notesMaster" Target="/ppt/notesMasters/notesMaster1.xml" Id="R903b525eb6444cd2" /><Relationship Type="http://schemas.openxmlformats.org/officeDocument/2006/relationships/presProps" Target="/ppt/presProps.xml" Id="R16406298aa7b4572" /><Relationship Type="http://schemas.openxmlformats.org/officeDocument/2006/relationships/tableStyles" Target="/ppt/tableStyles.xml" Id="R8924cad297504bfe" /><Relationship Type="http://schemas.openxmlformats.org/officeDocument/2006/relationships/slide" Target="/ppt/slides/slide1.xml" Id="R9c3959ab1a4c40cd" /><Relationship Type="http://schemas.openxmlformats.org/officeDocument/2006/relationships/slide" Target="/ppt/slides/slide2.xml" Id="Rbee8e873d8994325" /><Relationship Type="http://schemas.openxmlformats.org/officeDocument/2006/relationships/slide" Target="/ppt/slides/slide3.xml" Id="Re294bee0a3cc41bf" /><Relationship Type="http://schemas.openxmlformats.org/officeDocument/2006/relationships/slide" Target="/ppt/slides/slide4.xml" Id="Ra8b162074a284e3b" /><Relationship Type="http://schemas.openxmlformats.org/officeDocument/2006/relationships/slide" Target="/ppt/slides/slide5.xml" Id="R5251c245ddf14967" /><Relationship Type="http://schemas.openxmlformats.org/officeDocument/2006/relationships/slide" Target="/ppt/slides/slide6.xml" Id="R0458007ca0e74f1f" /><Relationship Type="http://schemas.openxmlformats.org/officeDocument/2006/relationships/slide" Target="/ppt/slides/slide7.xml" Id="R81169030cdbe4fdb" /><Relationship Type="http://schemas.openxmlformats.org/officeDocument/2006/relationships/slide" Target="/ppt/slides/slide8.xml" Id="R577472fb46324b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90cddd14cf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83d8c7d072468a" /><Relationship Type="http://schemas.openxmlformats.org/officeDocument/2006/relationships/notesMaster" Target="/ppt/notesMasters/notesMaster1.xml" Id="Rf3feba4d271f40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13d2bf442a4d62" /><Relationship Type="http://schemas.openxmlformats.org/officeDocument/2006/relationships/notesMaster" Target="/ppt/notesMasters/notesMaster1.xml" Id="Rfe63d9ebdbd743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d3fe85f7604942" /><Relationship Type="http://schemas.openxmlformats.org/officeDocument/2006/relationships/notesMaster" Target="/ppt/notesMasters/notesMaster1.xml" Id="Re02f8b5e0a01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d99b03a915457a" /><Relationship Type="http://schemas.openxmlformats.org/officeDocument/2006/relationships/notesMaster" Target="/ppt/notesMasters/notesMaster1.xml" Id="R504f15d46ce947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d5350452cc4d90" /><Relationship Type="http://schemas.openxmlformats.org/officeDocument/2006/relationships/notesMaster" Target="/ppt/notesMasters/notesMaster1.xml" Id="R3f6b8e74989c44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149a894d7a4800" /><Relationship Type="http://schemas.openxmlformats.org/officeDocument/2006/relationships/notesMaster" Target="/ppt/notesMasters/notesMaster1.xml" Id="R37e0ea1c29a24b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3cc9f5b2e746c4" /><Relationship Type="http://schemas.openxmlformats.org/officeDocument/2006/relationships/notesMaster" Target="/ppt/notesMasters/notesMaster1.xml" Id="R109b158325504e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2e5af5ea94696" /><Relationship Type="http://schemas.openxmlformats.org/officeDocument/2006/relationships/notesMaster" Target="/ppt/notesMasters/notesMaster1.xml" Id="R42b0abd1ea4e4e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summary source: docs/plans/idea and AGENTS.md.</a:t>
            </a:r>
          </a:p>
          <a:p xmlns:a="http://schemas.openxmlformats.org/drawingml/2006/main">
            <a:r>
              <a:t>Opening line: TraceLab treats debugging as differential diagnosis, then demands reproducible evidence before recommending a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2 and 4.</a:t>
            </a:r>
          </a:p>
          <a:p xmlns:a="http://schemas.openxmlformats.org/drawingml/2006/main">
            <a:r>
              <a:t>Emphasize that TraceLab addresses proof, not only code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3, 8, 10, and AGENTS.md.</a:t>
            </a:r>
          </a:p>
          <a:p xmlns:a="http://schemas.openxmlformats.org/drawingml/2006/main">
            <a:r>
              <a:t>The arbiter is constrained by verified evidence; model confidence cannot select the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architecture and investigation states; docs/plans/idea, section 8.</a:t>
            </a:r>
          </a:p>
          <a:p xmlns:a="http://schemas.openxmlformats.org/drawingml/2006/main">
            <a:r>
              <a:t>The platform uses isolated worktrees to prevent one hypothesis from contaminating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AGENTS.md, Core Verification Contract.</a:t>
            </a:r>
          </a:p>
          <a:p xmlns:a="http://schemas.openxmlformats.org/drawingml/2006/main">
            <a:r>
              <a:t>For flaky bugs, TraceLab repeats experiments instead of accepting a single passing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an illustrative debugging scenario assembled for the demo deck. The values are not product telemetry.</a:t>
            </a:r>
          </a:p>
          <a:p xmlns:a="http://schemas.openxmlformats.org/drawingml/2006/main">
            <a:r>
              <a:t>The workflow and evidence fields match implemented TraceLab entities in backend/app/db/models.py and the dashboard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images: bob_sessions/task3_finish.png, task4_finish.png, and task_finish.png.</a:t>
            </a:r>
          </a:p>
          <a:p xmlns:a="http://schemas.openxmlformats.org/drawingml/2006/main">
            <a:r>
              <a:t>Repository contains 14 exported Bob session screenshots. The listed contribution areas map to docs/plans and implemented backend/frontend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URL source: git remote origin in the project workspace.</a:t>
            </a:r>
          </a:p>
          <a:p xmlns:a="http://schemas.openxmlformats.org/drawingml/2006/main">
            <a:r>
              <a:t>Close by reinforcing the product principle: Hypothesis, Experiment, Evidence,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04755210944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55a940a18c410e" /><Relationship Type="http://schemas.openxmlformats.org/officeDocument/2006/relationships/slideLayout" Target="/ppt/slideLayouts/slideLayout1.xml" Id="Re5026f63c68b4b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26f63c68b4b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cba0a3574b6d" /><Relationship Type="http://schemas.openxmlformats.org/officeDocument/2006/relationships/notesSlide" Target="/ppt/notesSlides/notesSlide1.xml" Id="Ra18fb6e2884d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df78c593a45b2" /><Relationship Type="http://schemas.openxmlformats.org/officeDocument/2006/relationships/notesSlide" Target="/ppt/notesSlides/notesSlide2.xml" Id="Rf42855065e55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81885e4eb4820" /><Relationship Type="http://schemas.openxmlformats.org/officeDocument/2006/relationships/notesSlide" Target="/ppt/notesSlides/notesSlide3.xml" Id="Rf1fc10985a8c45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52a6e6c7949fb" /><Relationship Type="http://schemas.openxmlformats.org/officeDocument/2006/relationships/notesSlide" Target="/ppt/notesSlides/notesSlide4.xml" Id="Rc8d974963d1f44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c3ac721ee4bd5" /><Relationship Type="http://schemas.openxmlformats.org/officeDocument/2006/relationships/notesSlide" Target="/ppt/notesSlides/notesSlide5.xml" Id="Rcc8fc22e9b6f42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9f36173184154" /><Relationship Type="http://schemas.openxmlformats.org/officeDocument/2006/relationships/notesSlide" Target="/ppt/notesSlides/notesSlide6.xml" Id="R6ffd8fbaf93540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7bf4a674b473d" /><Relationship Type="http://schemas.openxmlformats.org/officeDocument/2006/relationships/image" Target="/ppt/media/image.png" Id="R4a15adf449774950" /><Relationship Type="http://schemas.openxmlformats.org/officeDocument/2006/relationships/image" Target="/ppt/media/image2.png" Id="R825d03cf403143f4" /><Relationship Type="http://schemas.openxmlformats.org/officeDocument/2006/relationships/image" Target="/ppt/media/image3.png" Id="R518537b63774450e" /><Relationship Type="http://schemas.openxmlformats.org/officeDocument/2006/relationships/notesSlide" Target="/ppt/notesSlides/notesSlide7.xml" Id="Rd3cc00e5224f4e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cb2f0c9e443f5" /><Relationship Type="http://schemas.openxmlformats.org/officeDocument/2006/relationships/notesSlide" Target="/ppt/notesSlides/notesSlide8.xml" Id="R522ed9284eed48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31659-CB1A-49B8-9159-B38EDE36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DD33E-4E66-460B-9F9C-CE6B9F6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8ED75-ADEF-4BEF-8745-1D141E0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5A582-AD3B-4225-9522-AF5E64AF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Evidence-driven debugging</a:t>
            </a:r>
          </a:p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for AI-assisted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CF8EE-61A2-4808-9499-357D6548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multi-agent platform that investigates competing root-cause hypotheses in parallel and verifies fixes with fail-before, pass-after regression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B5982-8E7F-494E-97BD-18C159EB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6750"/>
            <a:ext cx="3619500" cy="4953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4153B-6B23-4579-B3EF-A92EC01A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0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55AA5-B94B-45B3-8C1A-7AF3179C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investigations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AF586-72F4-475E-B841-415C43C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2A48A-33A1-428D-8624-8C5C767C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5BB43-661E-4F9B-BD02-597D864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proof conditions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for every verified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F8138-2ACB-4126-A7D4-0C2CFF86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B6CD0-681C-45A5-A4CB-43AB090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5F7A2-B213-4548-8488-FFA36144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768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decision before PR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352FB-7AA5-45BD-8ED8-EBFD4E5E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7F97E-197A-4CF1-9703-B6B3B2DF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AGENTIC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7B19D-D37B-4404-B156-E3F7F18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912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CBD25-EA62-47DF-B183-E99B42C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DEBUGGING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C1B99-C658-4725-A8A2-49CB53C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2C461-D24C-4939-A0BD-20EF74B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SOFTWARE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2AE0A-FF35-4A7D-AC1E-34BE16F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91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CA6E3-D13D-4F34-9EAE-A616AAC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578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DEVELOPER TOOLS</a:t>
            </a:r>
          </a:p>
        </p:txBody>
      </p:sp>
    </p:spTree>
    <p:extLst>
      <p:ext uri="{BB962C8B-B14F-4D97-AF65-F5344CB8AC3E}">
        <p14:creationId xmlns:p14="http://schemas.microsoft.com/office/powerpoint/2010/main" val="1151547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3DA16-9B84-461B-A9ED-B119657B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8F8E7-05C4-4471-92F7-9C140BE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36707-8B37-4E0C-A9BE-E2EC8C0D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AI debugging often stops at the first plausible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32219-8B3D-4310-81E0-7DB26BB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4857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2760C-08C6-458B-83F0-566BEF1B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rPr>
              <a:t>TYPICAL AGENT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9EC27-B730-42DB-8755-9671F19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01  BUG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6F2BA-9862-44EC-9100-D6C9E99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956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AC757-F643-4176-B4CA-63FF27EF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02  INSPECT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62DC4-CA8E-4AFC-9ED3-DA61B65B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433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3EE65-B755-4E24-A40B-8D8B8D88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03  ASSUME 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454B0-5D6F-4AFB-BDA6-DBF0769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9097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BA377-8BE4-4017-8BF1-7BF4C3F0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04 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37742-ACC5-4A7E-A815-24851187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347887-59EB-4145-9B60-C3495959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05  TESTS GREEN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A076C-04C6-4A96-B92D-DBE22673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863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C6ED9-0343-464B-AA03-427CF5C3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06  DECLARE FIXED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C6737-CC1C-48A2-8027-58CA4336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passing suite does not prove the reported bug was fixed.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E8577-948A-42FE-9BF2-A6CEF5B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6AAF5-6ED5-4587-991A-594BFC9C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Multiple causes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84370-EF73-4212-99CB-04967B5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symptom can fit several plausible explanations.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9CE61-8D05-4912-BD6B-19DB1414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6BA264-6148-4DE7-B66B-29827BFB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Weak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7D89A-4855-4515-A83C-4F35659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Existing tests may pass without reproducing the reported failure.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6BAC5-B780-42BF-9734-704B2939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F692C-1C7F-4627-9176-857424F0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Sequential waste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A2A11-70D7-40DA-9F8D-DF07124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91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wrong hypothesis consumes time before alternatives are considered.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7E5B3-4089-49A7-AA55-A681A213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90EB94-270B-4599-8480-9C52E0F0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CDAE5-7E68-483E-9021-DF88029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1D2A0-2D57-45B7-A8E1-6B5EA2B8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8159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422785-1FEC-4921-AAA9-5DAE6E5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709F8-33D2-4A9F-97EC-F5640A48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590E9-B8FA-4355-9410-A33CBC58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 investigates competing causes before choosing a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FB117-DCBB-4AAA-8120-3F372B48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C3EDD-87B5-4278-A7E5-7CA51F3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CODE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20427-4D80-4B68-AEC7-0063C21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Follows execution flow and state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389E9-25C6-4A3B-B095-12730BA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3383-0227-4E31-BCDF-2A7FCDB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GIT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4C4F2-1F89-4C8B-85A6-FD234AAF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Tests whether recent changes explain the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345CA-1113-4D58-93B0-FCC47FBF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2FFEA-8098-4BFC-8067-9E2B8CC8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TEST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2280D-859D-4EA0-8B86-3083C621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Builds reproductions and probes edge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FE6C0-C0A2-4FD6-87CC-CDAC649F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1840C-A3D3-48C7-B9DB-5F0588D7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VERIFICATION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84CAC-FE47-42CC-B73A-74FE7822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Isolated worktree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Regression test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Before-and-after proof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2752725"/>
            <a:ext cx="1238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3781425"/>
            <a:ext cx="12382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95750" y="3810000"/>
            <a:ext cx="1238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13B51-0240-485F-8F14-A13120EE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63D5E-3DF8-4EAD-AEAC-2FB909F3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ARBITER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F1B4C-CEB3-4D66-9127-B0388BEC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Compares evidence, not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ED755-E0C3-4D34-B521-9A087D6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65893-EFF2-42BE-AEAD-AC8DBFF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5C921-47B3-4BF5-A33B-4A566583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Approval remains mandatory before a PR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962900" y="3133725"/>
            <a:ext cx="89535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44125" y="36385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8423"/>
            </a:solidFill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370FAC-1EAD-4994-89A7-79A6938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25A636-0955-42FA-9DFD-2C9DBB03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CA723C-1BC9-415A-8466-8062B0EC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00A87-6F77-4EE8-8626-386A4A6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29647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B31651-8DC8-4232-9D76-0481421D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9DDE2-A38C-41F1-BA88-5A9559A2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9B42A-7029-4C85-950D-2A777EC2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One ticket becomes three independent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493DE-C583-4D1E-875D-9C0192A0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Each branch produces a hypothesis that must survive the same verification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A595E-A3D5-4950-A842-E0F8FF1B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DB8DB-72E3-4548-8B0B-C25029D7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AF74C-703A-4168-B9F8-37C0EE56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BUG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091C3-286A-4DBA-B111-DB9305EF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Normalize symptom, expected behavior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8C1CF-2DD3-4309-898C-040EBB5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C5617-3B31-43E3-B9C4-658C6BE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82026-854B-41B2-8443-1CC6CC81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PARALLEL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9C67B-C871-4310-BEB9-311CE2A8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Code path, Git history and test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58B44-D229-4B7E-B34C-772B4C7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51E1B-325E-43B3-89DA-4B3D11FE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E044D-8949-407F-B01D-978C2337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ISOLATED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233EF-F830-4931-B621-ABFD36B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One Git worktree per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5DC13-58EA-47D4-9970-D59CC48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09F7E-4E23-41BC-BA15-C97A7D0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9CE3C0-1501-493C-8D48-1EC3DD2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ARBITRATION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405E1-8464-463F-991C-E4BE62B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Select only among evidence-qualified hypotheses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3C76C-094D-48B8-8EA1-97EA69D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6C5C"/>
          </a:solidFill>
          <a:ln xmlns:a="http://schemas.openxmlformats.org/drawingml/2006/main" w="9525">
            <a:solidFill>
              <a:srgbClr val="126C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5F999-7D95-4882-99B2-E459553E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FBE16-89BB-4A10-808E-C3AD7D17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41365-5F76-483F-BC50-33578ED0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rPr>
              <a:t>Approve or reject before pull-request creation</a:t>
            </a:r>
          </a:p>
        </p:txBody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tailEnd type="arrow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81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67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53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tail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B07DA6-CB46-4518-8F32-6032D829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No auto-merge. PR creation requires prior approval.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FB7B0-2A05-4A90-8B93-66A9D17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D18A12-2AFF-4CC2-A751-9A5897A5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C8EC71-D3E0-4343-B8A9-FABA2CCF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56039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DDEBF8-9A8E-49D8-AFD4-B144892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96EAB-EED0-4E82-A2E0-C7502D36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VERIFICATION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66651-5808-4792-BD72-F5750EFE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hypothesis is verified only when all four proofs 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EBA6A-17A3-47DA-A2F0-0D74E299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7C837-1084-466A-8FD2-02D9F225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621D5-22B0-407F-8955-A1A72CA7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REPRODUCE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9B8F5-7221-4B1F-89D5-0A63FFAF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Original symptom reproduced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711B2-8EDD-4FC0-845D-6E964FCD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B3740-B186-4936-8C77-916E0FC6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DF30C-C026-4165-B18F-AA7EAC6D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83F17-7B66-4B8A-9568-22837330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FAIL 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15C04-2423-4328-8B00-02AC38AC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Regression test fails on original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CD876-036D-42FB-81F0-778FF62B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23D81-D6FD-460D-A744-71B64A2D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5EB"/>
          </a:solidFill>
          <a:ln xmlns:a="http://schemas.openxmlformats.org/drawingml/2006/main" w="19050">
            <a:solidFill>
              <a:srgbClr val="16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A3CC0-D06D-43B4-8FEE-51311617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17FB9-9A9A-4E59-8CB4-3A66E36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PASS 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A2FFB9-80BB-455F-A9DA-37C457F6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test passes after the 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848113-6943-4752-8E71-2C839E57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AF186-CAFB-4707-9605-17074EB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38474-2D32-45C3-8B00-4ED94D9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6F93E-A948-4C20-B70B-B425DC8B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SUITE PASSES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E9689-DFF1-4BB1-8A94-24FD90D7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Relevant existing tests remain 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50809-9F05-4A25-8982-8C50636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9FFA6-C4B1-4290-BBFB-0EC9276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934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B907B-9C28-49EB-A34A-575D7D5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VERIFIED = reproduction + fail-before + pass-after + existing tests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76930-FD83-400F-9C29-F8B6C8E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31C550-1418-4FBF-8BB2-DA50DB9C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536D62-31D2-4191-9539-A95065A3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0E052-0568-4D24-8495-4244E24D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2842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99335-9DF2-422B-B569-64E60D63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1A99A-1F01-4FBC-80E0-B0F26F95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ILLUSTRATIVE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3F92-8105-4129-80C0-37D9DC7E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Concurrent retries expose an idempotency 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6684C-3A23-490F-B2EE-1FBBAD03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Demo scenario for presentation purposes; results below are illustrative, not production telemetry.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70E91-F9BA-4AA6-B958-D438579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5720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FE312-0C18-4312-AEFC-A4C37FF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PVS-421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B10D4-F6E6-45ED-B7D5-6B2A5394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Duplicate payment records during concurrent retries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11BE2-7C6F-4207-8796-2061664D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83441-1A14-45F4-B835-3B85CA55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7BFDA-1825-48A7-AF9D-359EEFF2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Transaction 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7B6E49-898C-4E30-84B9-CD42425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2E41B-2C14-4629-84C9-E2A3171E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6588F-72ED-4EFB-88E6-7246173F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Client retry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426AF-3C29-47FA-8F7E-2D2CAA2D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C93D2-3B1F-4892-A721-D685F7F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B78D3-1B90-40D5-8961-0C2A08A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Contaminated fixture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5DD85-0ABA-46D2-9478-4203425F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1CC82-8604-4964-A742-78FE7D3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BEFORE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F3162-9E0C-4DF3-8879-4154ADF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37/50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C880A-2D68-428F-BD06-5464EDDE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684138-2AA4-4838-8E46-9AC9431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AFTER FIX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FDB4D-FC13-49BE-87D5-0E773ADC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0/50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95A5D-86A6-4C58-992C-81B14A98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7973CB-1FBF-4997-B1C6-D8A7994A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3D820B-3AED-49B4-9619-2F7644F7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Verified cause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37952F-3FF4-4DDA-A2DC-77BB4FA4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0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The lookup and insert were not protected by one database transaction or a uniqueness constraint.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1719D-4576-4A85-B79E-D3323B7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6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Recommended action: approve the verified patch and create a draft pull request.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DC3D8-1125-45D2-AC4F-0D963B7B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B673A-F874-407F-AAED-82AC85E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07D8C-BE7F-4571-AACF-961270B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80D66-44A7-4B45-A747-807CE09D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7714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FFFED5-0530-49E8-841F-C98EF24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E5F94-B124-4CC1-BECB-286F3294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3F0B2-2758-46B4-81EA-6B02555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IBM Bob supported the build from architecture through verification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5adf449774950"/>
          <a:srcRect xmlns:a="http://schemas.openxmlformats.org/drawingml/2006/main" l="0" t="22266" r="0" b="22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33600"/>
            <a:ext cx="3810000" cy="1676400"/>
          </a:xfrm>
          <a:prstGeom xmlns:a="http://schemas.openxmlformats.org/drawingml/2006/main" prst="roundRect">
            <a:avLst>
              <a:gd name="adj" fmla="val 6818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d03cf403143f4"/>
          <a:srcRect xmlns:a="http://schemas.openxmlformats.org/drawingml/2006/main" l="0" t="24034" r="0" b="2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038600"/>
            <a:ext cx="3810000" cy="1676400"/>
          </a:xfrm>
          <a:prstGeom xmlns:a="http://schemas.openxmlformats.org/drawingml/2006/main" prst="roundRect">
            <a:avLst>
              <a:gd name="adj" fmla="val 6818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537b63774450e"/>
          <a:srcRect xmlns:a="http://schemas.openxmlformats.org/drawingml/2006/main" l="20418" t="0" r="204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133600"/>
            <a:ext cx="3390900" cy="35814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4A70B-0CB7-4620-A199-A26FE19E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Bob helped define and implement: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F5616-CAAB-4131-A457-4D27D7D4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ACB2-6A3C-41E5-8A67-DB7403D2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Architecture and implementation 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3BD2F-794C-477B-8CD2-C17785D4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D66217-462E-4AFB-9C6A-2D73C8A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Database schema and API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DACBC-7876-4451-BFD4-3B0F8E60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FD46B-179B-4403-AEAA-B9C6B83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Allowlisted code, Git and test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35C04-CBE2-420D-9E74-CA826408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9D62A-43BD-4EF7-A6C3-33B23E2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671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Isolated hypothesis worktrees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64E9F-0F09-409D-8EC2-0D0B9994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6A109-8CB4-48A4-833F-FB5DD93F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Investigation and arbiter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4D8C7-A989-4AEA-BE4D-68085B4E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75890-AB5A-4A34-BABA-8C330BEF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Verification engine and review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B6C0E-CBB2-4198-B02A-3B576B55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43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B4C70-CBF4-4BEE-A754-C6A54D3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150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92718-953D-4552-A6AB-4E9349D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816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exported Bob session screenshots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187870-17E4-4D21-8B59-0497176A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96D0B6-09A9-4B85-9745-112D041C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CCC2A-BE4C-48B6-8F60-C52B16E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9CD07-4308-44C1-B344-D19D7C48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4974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CBDBB-3444-4DB2-B305-92E6AEFA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TRACE LAB ·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F439F-84EE-49D8-B93E-704AE5B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Evidence decides.</a:t>
            </a:r>
          </a:p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Engineers approve.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CBFCD-29B5-452A-BA1D-7B57566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rPr>
              <a:t>TraceLab turns a bug report into competing hypotheses, isolated experiments, reproducible proof and a diagnosis an engineer can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21769-328B-447C-B8E7-D585C07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3429000" cy="41719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B95B8-BC0F-4B6C-B149-CA590B74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0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EA66C-F516-44E6-B51B-913547D9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3100D-E10F-4550-A014-D01B712C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D7CC2-3262-492E-91DC-A849BED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PUBLIC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0895F-8F0C-4B27-AB5A-125AB6A8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rPr>
              <a:t>github.com/</a:t>
            </a:r>
          </a:p>
          <a:p xmlns:a="http://schemas.openxmlformats.org/drawingml/2006/main">
            <a:pPr algn="l">
              <a:def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rPr>
              <a:t>yasshhhraj/tracelab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3247A-602D-4447-A48E-6C3AA5F5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1B779-82C9-40E6-A2E2-DCE1A791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TECHNOLOGY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3154E-1E75-40E2-9C0B-8C29985D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Python · FastAPI · asyncio</a:t>
            </a:r>
          </a:p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Next.js · PostgreSQL · Git worktrees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B55EF-1796-4B6E-81FE-747D4DB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Hypothesis → Experiment → Evidence →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05C3E-285F-419C-8D1B-70E90E2F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Agentic AI · Debugging · Testing · Developer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286E4-0AE7-45C9-87D7-68406395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957DF-84A3-4CFE-AE7C-AFDF158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0A2C1-E66E-4616-B604-DAB6722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098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2026-09-26T16:15:16.9160000Z</dcterms:created>
  <dcterms:modified xsi:type="dcterms:W3CDTF">2026-09-26T16:15:16.9160000Z</dcterms:modified>
</coreProperties>
</file>