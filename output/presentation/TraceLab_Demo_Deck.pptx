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14b158d8d42a3" /><Relationship Type="http://schemas.openxmlformats.org/officeDocument/2006/relationships/extended-properties" Target="/docProps/app.xml" Id="R030ef791b71f4a5e" /><Relationship Type="http://schemas.openxmlformats.org/officeDocument/2006/relationships/officeDocument" Target="/ppt/presentation.xml" Id="R0f8405e13ca6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402b30c28a427b"/>
  </p:sldMasterIdLst>
  <p:notesMasterIdLst>
    <p:notesMasterId xmlns:r="http://schemas.openxmlformats.org/officeDocument/2006/relationships" r:id="R9aa57fdac2f04ec7"/>
  </p:notesMasterIdLst>
  <p:sldIdLst>
    <p:sldId xmlns:r="http://schemas.openxmlformats.org/officeDocument/2006/relationships" id="256" r:id="Re4f11a3787234635"/>
    <p:sldId xmlns:r="http://schemas.openxmlformats.org/officeDocument/2006/relationships" id="257" r:id="Ra9d3ce41def94fb2"/>
    <p:sldId xmlns:r="http://schemas.openxmlformats.org/officeDocument/2006/relationships" id="258" r:id="Rfc8c7883517c4d94"/>
    <p:sldId xmlns:r="http://schemas.openxmlformats.org/officeDocument/2006/relationships" id="259" r:id="R0377f7fff6014f74"/>
    <p:sldId xmlns:r="http://schemas.openxmlformats.org/officeDocument/2006/relationships" id="260" r:id="Rcf109c2edcb34ccb"/>
    <p:sldId xmlns:r="http://schemas.openxmlformats.org/officeDocument/2006/relationships" id="261" r:id="Rdbd4d6c25eee452e"/>
    <p:sldId xmlns:r="http://schemas.openxmlformats.org/officeDocument/2006/relationships" id="262" r:id="R6f6936db7ff049fe"/>
    <p:sldId xmlns:r="http://schemas.openxmlformats.org/officeDocument/2006/relationships" id="263" r:id="R7a4e4851040b47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fd60da33c4006" /><Relationship Type="http://schemas.openxmlformats.org/officeDocument/2006/relationships/slideMaster" Target="/ppt/slideMasters/slideMaster1.xml" Id="R84402b30c28a427b" /><Relationship Type="http://schemas.openxmlformats.org/officeDocument/2006/relationships/notesMaster" Target="/ppt/notesMasters/notesMaster1.xml" Id="R9aa57fdac2f04ec7" /><Relationship Type="http://schemas.openxmlformats.org/officeDocument/2006/relationships/presProps" Target="/ppt/presProps.xml" Id="R7a380a1833124b55" /><Relationship Type="http://schemas.openxmlformats.org/officeDocument/2006/relationships/tableStyles" Target="/ppt/tableStyles.xml" Id="R5aea37eb5bbf4909" /><Relationship Type="http://schemas.openxmlformats.org/officeDocument/2006/relationships/slide" Target="/ppt/slides/slide1.xml" Id="Re4f11a3787234635" /><Relationship Type="http://schemas.openxmlformats.org/officeDocument/2006/relationships/slide" Target="/ppt/slides/slide2.xml" Id="Ra9d3ce41def94fb2" /><Relationship Type="http://schemas.openxmlformats.org/officeDocument/2006/relationships/slide" Target="/ppt/slides/slide3.xml" Id="Rfc8c7883517c4d94" /><Relationship Type="http://schemas.openxmlformats.org/officeDocument/2006/relationships/slide" Target="/ppt/slides/slide4.xml" Id="R0377f7fff6014f74" /><Relationship Type="http://schemas.openxmlformats.org/officeDocument/2006/relationships/slide" Target="/ppt/slides/slide5.xml" Id="Rcf109c2edcb34ccb" /><Relationship Type="http://schemas.openxmlformats.org/officeDocument/2006/relationships/slide" Target="/ppt/slides/slide6.xml" Id="Rdbd4d6c25eee452e" /><Relationship Type="http://schemas.openxmlformats.org/officeDocument/2006/relationships/slide" Target="/ppt/slides/slide7.xml" Id="R6f6936db7ff049fe" /><Relationship Type="http://schemas.openxmlformats.org/officeDocument/2006/relationships/slide" Target="/ppt/slides/slide8.xml" Id="R7a4e4851040b47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a6486e2ab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adef5a3b674276" /><Relationship Type="http://schemas.openxmlformats.org/officeDocument/2006/relationships/notesMaster" Target="/ppt/notesMasters/notesMaster1.xml" Id="Ra5294f4d7b64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ed9a882ae40b6" /><Relationship Type="http://schemas.openxmlformats.org/officeDocument/2006/relationships/notesMaster" Target="/ppt/notesMasters/notesMaster1.xml" Id="R85f203cc6db5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fea332113a4ea5" /><Relationship Type="http://schemas.openxmlformats.org/officeDocument/2006/relationships/notesMaster" Target="/ppt/notesMasters/notesMaster1.xml" Id="Rcfa22586c902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6af99cde8649de" /><Relationship Type="http://schemas.openxmlformats.org/officeDocument/2006/relationships/notesMaster" Target="/ppt/notesMasters/notesMaster1.xml" Id="R23f603dc952f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fbd17dc494ccc" /><Relationship Type="http://schemas.openxmlformats.org/officeDocument/2006/relationships/notesMaster" Target="/ppt/notesMasters/notesMaster1.xml" Id="Rbf9d5de722b24f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4fa38a68a4921" /><Relationship Type="http://schemas.openxmlformats.org/officeDocument/2006/relationships/notesMaster" Target="/ppt/notesMasters/notesMaster1.xml" Id="R76299644ce7b45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eacede82584fa7" /><Relationship Type="http://schemas.openxmlformats.org/officeDocument/2006/relationships/notesMaster" Target="/ppt/notesMasters/notesMaster1.xml" Id="R46ef21f5b88045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71dfd924a243e9" /><Relationship Type="http://schemas.openxmlformats.org/officeDocument/2006/relationships/notesMaster" Target="/ppt/notesMasters/notesMaster1.xml" Id="R6974b94e93f5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summary source: docs/plans/idea and AGENTS.md.</a:t>
            </a:r>
          </a:p>
          <a:p xmlns:a="http://schemas.openxmlformats.org/drawingml/2006/main">
            <a:r>
              <a:t>Opening line: TraceLab treats debugging as differential diagnosis, then demands reproducible evidence before recommending a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2 and 4.</a:t>
            </a:r>
          </a:p>
          <a:p xmlns:a="http://schemas.openxmlformats.org/drawingml/2006/main">
            <a:r>
              <a:t>Emphasize that TraceLab addresses proof, not only code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3, 8, 10, and AGENTS.md.</a:t>
            </a:r>
          </a:p>
          <a:p xmlns:a="http://schemas.openxmlformats.org/drawingml/2006/main">
            <a:r>
              <a:t>The arbiter is constrained by verified evidence; model confidence cannot select the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architecture and investigation states; docs/plans/idea, section 8.</a:t>
            </a:r>
          </a:p>
          <a:p xmlns:a="http://schemas.openxmlformats.org/drawingml/2006/main">
            <a:r>
              <a:t>The platform uses isolated worktrees to prevent one hypothesis from contaminating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AGENTS.md, Core Verification Contract.</a:t>
            </a:r>
          </a:p>
          <a:p xmlns:a="http://schemas.openxmlformats.org/drawingml/2006/main">
            <a:r>
              <a:t>For flaky bugs, TraceLab repeats experiments instead of accepting a single passing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an illustrative debugging scenario assembled for the demo deck. The values are not product telemetry.</a:t>
            </a:r>
          </a:p>
          <a:p xmlns:a="http://schemas.openxmlformats.org/drawingml/2006/main">
            <a:r>
              <a:t>The workflow and evidence fields match implemented TraceLab entities in backend/app/db/models.py and the dashboard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images: bob_sessions/task3_finish.png, task4_finish.png, and task_finish.png.</a:t>
            </a:r>
          </a:p>
          <a:p xmlns:a="http://schemas.openxmlformats.org/drawingml/2006/main">
            <a:r>
              <a:t>Repository contains 14 exported Bob session screenshots. The listed contribution areas map to docs/plans and implemented backend/frontend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URL source: git remote origin in the project workspace.</a:t>
            </a:r>
          </a:p>
          <a:p xmlns:a="http://schemas.openxmlformats.org/drawingml/2006/main">
            <a:r>
              <a:t>Close by reinforcing the product principle: Hypothesis, Experiment, Evidence,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5e017392a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aa4ccd9394ed3" /><Relationship Type="http://schemas.openxmlformats.org/officeDocument/2006/relationships/slideLayout" Target="/ppt/slideLayouts/slideLayout1.xml" Id="Rb6b191b0aa224c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b191b0aa224c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04737c4944694" /><Relationship Type="http://schemas.openxmlformats.org/officeDocument/2006/relationships/notesSlide" Target="/ppt/notesSlides/notesSlide1.xml" Id="R3a3a9bb97d70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22ac32c84233" /><Relationship Type="http://schemas.openxmlformats.org/officeDocument/2006/relationships/notesSlide" Target="/ppt/notesSlides/notesSlide2.xml" Id="R87e0a9aa4012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c8c7e6b7545b6" /><Relationship Type="http://schemas.openxmlformats.org/officeDocument/2006/relationships/notesSlide" Target="/ppt/notesSlides/notesSlide3.xml" Id="R399225cbfb974e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f4be594404421" /><Relationship Type="http://schemas.openxmlformats.org/officeDocument/2006/relationships/notesSlide" Target="/ppt/notesSlides/notesSlide4.xml" Id="R57d4f59e53804f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d46979eaa43bd" /><Relationship Type="http://schemas.openxmlformats.org/officeDocument/2006/relationships/notesSlide" Target="/ppt/notesSlides/notesSlide5.xml" Id="R9d95ac6debcd4a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436cfddb4d8f" /><Relationship Type="http://schemas.openxmlformats.org/officeDocument/2006/relationships/notesSlide" Target="/ppt/notesSlides/notesSlide6.xml" Id="R50f1794851cd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99e601c384f78" /><Relationship Type="http://schemas.openxmlformats.org/officeDocument/2006/relationships/image" Target="/ppt/media/image.png" Id="R8f784cde5db74034" /><Relationship Type="http://schemas.openxmlformats.org/officeDocument/2006/relationships/image" Target="/ppt/media/image2.png" Id="Rd07943ab46de4134" /><Relationship Type="http://schemas.openxmlformats.org/officeDocument/2006/relationships/image" Target="/ppt/media/image3.png" Id="R227cbca8517e479a" /><Relationship Type="http://schemas.openxmlformats.org/officeDocument/2006/relationships/notesSlide" Target="/ppt/notesSlides/notesSlide7.xml" Id="Re52b31339d66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336b4631047bd" /><Relationship Type="http://schemas.openxmlformats.org/officeDocument/2006/relationships/notesSlide" Target="/ppt/notesSlides/notesSlide8.xml" Id="Ra1ce61723de64a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747B1-6089-4A54-82D7-B4876EB7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FF262-83F2-44DE-A3BC-663B983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9ED6D-CB82-4CDA-A3B8-7ADAF2F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B288A-861E-4255-B083-C24A197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Evidence-driven debugging</a:t>
            </a:r>
          </a:p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for AI-assisted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226DF-88B4-4087-8FFE-DF90488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multi-agent platform that investigates competing root-cause hypotheses in parallel and verifies fixes with fail-before, pass-after regression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6982F-CC35-40D9-9701-D3565042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6750"/>
            <a:ext cx="3619500" cy="4953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7B5D6-15D2-49E6-BE59-7217755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0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6446B-7502-46C3-9806-B5C2A23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investigations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0D458-3424-4CF9-A693-C39D804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254CB-68DC-475F-817A-1D36309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D171-DAC9-4E6E-B946-5209F1CF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proof conditions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for every verified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68F91-3B4A-4ED7-B12B-53705E5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3D6F5-9F39-4365-8F75-C1C2C78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B61B1-E7A3-483C-8256-8B299BF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768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decision before PR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A2B04-F090-45C4-A3F8-BD0B38B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F129-6484-49CC-812D-74957AEB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AGENTIC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129CD-8876-44AB-9A28-02988CE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912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4B5E2-99E6-4678-9EBB-C9D2C57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DEBUGGING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8D9DD-DB5A-435A-9A11-D5DA872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12479-79DD-4A8F-AA35-DB7D45A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SOFTWARE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7ED4E-F53F-4818-857D-6598DD6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91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12158-C6A9-4C04-AE24-994895B3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578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DEVELOPER TOOLS</a:t>
            </a:r>
          </a:p>
        </p:txBody>
      </p:sp>
    </p:spTree>
    <p:extLst>
      <p:ext uri="{BB962C8B-B14F-4D97-AF65-F5344CB8AC3E}">
        <p14:creationId xmlns:p14="http://schemas.microsoft.com/office/powerpoint/2010/main" val="1352976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8C91E-9590-4457-9977-15F71ED2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7F70F-0942-46E4-B9EF-CFB3D91D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30B32-6F5B-48E4-BF4D-027833D7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AI debugging often stops at the first plausible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22541-AE76-4582-8F68-9822438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4857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00E0D-CC41-4C6F-939F-ABE8028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rPr>
              <a:t>TYPICAL AGENT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8AD9A-149E-4214-A908-0CA4F255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01  BUG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C1B0B-A44B-4E8F-A8B5-366332E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956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EDD60-7DC6-42C7-8B49-A8A6AEE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02  INSPECT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BE3CB-A6FB-4ACD-B205-E93C7F8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433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144E9-3FCD-40C9-8BDE-FCC7AF7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03  ASSUME 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D23DA-C065-44CD-9757-3A0C931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9097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D5705-9ED2-4D38-A243-E74D4AF9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04 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80F7B-45B1-4047-82AC-BF3CBE7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26FD0-5D28-400B-B797-5338E31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05  TESTS GREEN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5138D-1038-468F-8C5A-5CCCC310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863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030D5-99F3-4E94-903C-59D32CDC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06  DECLARE FIXED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F69F4-71A4-45D8-B67D-79664A6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passing suite does not prove the reported bug was fixed.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6CC75-E5C4-44AA-8019-2EAB97D1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290C2-6067-4525-9A3B-9FD5126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Multiple causes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E4915-6EDC-43F4-AB1A-6D32F3FD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symptom can fit several plausible explanations.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2167E-B92F-44FE-87D9-491D627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6D88A-D647-4BA0-BDAC-FDAC5A7D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Weak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892ED-8FA7-4BF4-BE21-9AA23F2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Existing tests may pass without reproducing the reported failure.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9673B-0039-480F-8FD3-3DEC80E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88B61-6567-48F4-A0C2-16646F5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Sequential waste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85C50-9D6B-4E86-A7DB-EB74D21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91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wrong hypothesis consumes time before alternatives are considered.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3FACB-50D6-4FF3-B445-3807DEA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0A31B-D151-4CBD-96F1-DF66B1F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F1A6C-966C-497D-87D2-B6983171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590C4-E3FE-4567-A8E5-F4EDCBC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0832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0817BC-906E-4A0E-B481-E9F1005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F1AC8-EC52-49B0-9904-10605592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9376B-7719-483B-A7E0-FBB745C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 investigates competing causes before choosing a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60AC9-FB3B-47B4-B24C-9ACF55B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F749-D86F-4B3D-81D9-F5D59D5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CODE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6597C-E975-400C-8FA1-B2204CE8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Follows execution flow and state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27872-1D70-4A9F-BECE-56B7230D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A9FB0-208C-4650-BB66-2E9BCCB1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GIT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5C735-FE27-4B63-B641-A56D342C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Tests whether recent changes explain the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67108-DD18-4262-9A0E-7B085D00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3BCE4-BAE6-4337-B37A-AADC404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TEST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27C01-FA16-4733-8564-C5E227B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Builds reproductions and probes edge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543A6-A044-407D-9A7F-9382B478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4F3DD-A96D-4530-821F-9D42414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051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VERIFICATION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6ECC6-F0B2-4A35-BCB0-516BBA5C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Isolated worktree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Regression test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Before-and-after proof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2752725"/>
            <a:ext cx="1238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3781425"/>
            <a:ext cx="12382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95750" y="3810000"/>
            <a:ext cx="1238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91314-5CE6-4558-8D18-E14589CA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20A77-7722-45B0-A98C-2B069AA3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ARBITER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D6F2B-D705-4DF1-A013-187C823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Compares evidence, not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E741A-D62A-4D0E-82ED-041CC93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7AC3F-5155-4DF9-9FC9-9078A59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EA19D-C7B8-48A1-8365-2879873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Approval remains mandatory before a PR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962900" y="3133725"/>
            <a:ext cx="89535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44125" y="36385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8423"/>
            </a:solidFill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CBD6D-8B49-4D0A-8107-A2CDAE5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BA7F2-6522-4906-A6D0-28D9BA7B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FD8FA-9F7B-4E72-87AF-40DB2E54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B2A6E-E21E-4782-87DE-67C7F90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2075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376C43-396D-4B06-84DA-380CD2ED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2E9E6-E58B-4EAF-A923-192D0E52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CBF01-280E-4CBA-A13F-C20E0A76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One ticket becomes three independent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54850-F0D7-4334-98A4-9610E73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Each branch produces a hypothesis that must survive the same verification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4C021-823D-4A33-82E8-DC96BC7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E212B-82F8-41F6-82B3-FD016B6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8ADC1-6CDA-45E1-9E69-1D3F05C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BUG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42940-E104-4978-9E61-28ED7EE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Normalize symptom, expected behavior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4AC38-40CF-43A8-9D4D-4DDAD18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97DAA-2415-4548-BAFA-C3317E7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340CF-B527-4832-8E8F-DFCD403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PARALLEL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AB0E8-9054-48C1-BF1F-87491A6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Code path, Git history and test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27D1C-5513-4509-9999-3CDFB45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4F074-8E60-4A70-BFC8-7488785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1E202-316A-4B85-AD24-5CAF393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ISOLATED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FFECE-0C3C-402A-8932-94209C3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One Git worktree per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97A65-9026-4E97-B845-C7F78A0B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C8B76-4A40-43E3-8730-72398B0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4CF04-ABC1-4E38-A02A-59BFE6B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ARBITRATION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C7961-2888-44AC-84B6-0AEA46F1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Select only among evidence-qualified hypotheses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5D761-CA2E-4ACD-92BE-572ABE2D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6C5C"/>
          </a:solidFill>
          <a:ln xmlns:a="http://schemas.openxmlformats.org/drawingml/2006/main" w="9525">
            <a:solidFill>
              <a:srgbClr val="126C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0D431-5483-435D-8EF2-8F976D94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D4E96-7FA3-456C-B854-EA3A61E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7B4F0-40B0-4567-952F-04F247E2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rPr>
              <a:t>Approve or reject before pull-request creation</a:t>
            </a:r>
          </a:p>
        </p:txBody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81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67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53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EFF3A-FF4F-4305-8B18-7B2187B4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No auto-merge. PR creation requires prior approval.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921B0-ADF2-4D67-98F1-428D89E4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7CA24-4FE0-447C-830C-44F72DF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6598C-1EFD-4990-A8B5-0BD1A03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5726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192FF-79C1-4D8D-AE34-96C881FA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6D0A-EA49-4532-936B-E0D97AB7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VERIFICATION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B6012-EB85-4294-83B8-6EFF2E40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hypothesis is verified only when all four proofs 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A33F3-CAFA-411E-8778-05D32BA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80AF1-3611-4751-88BC-57F88AA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C5E85-75C2-4DC8-83DA-3C1FC8E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REPRODUCE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96B52-7AC2-4F28-96F0-ACD515D7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Original symptom reproduced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A762E-7BBD-4F13-9634-A3A52FF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AD69F-B63F-46A5-B99C-AE74AFE8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E7D14-3E29-4E53-8D0A-469DB563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D6D71-B250-4001-A107-068D46FA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FAIL 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4C584-9D45-4B05-BDD5-A2D20CF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Regression test fails on original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8AB6B-F514-4D73-A1FF-D0999BEC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618AD-390E-4166-9D94-B77A0F7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5EB"/>
          </a:solidFill>
          <a:ln xmlns:a="http://schemas.openxmlformats.org/drawingml/2006/main" w="19050">
            <a:solidFill>
              <a:srgbClr val="16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469DD-6A41-458C-A9D6-F39CF83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60123-0ED5-4810-965C-D97FCDD9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PASS 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BA863-C14B-4DA2-B9E4-97E1B433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test passes after the 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4D151-D2F2-4CFE-B09A-D96C622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E708A-7798-4972-B48D-F51C635E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F136B-6C20-4B54-B29D-49399D6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015A2-6282-4929-A0DA-9D339D53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SUITE PASSES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5203F-3E10-4BEF-845B-FB8C220A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Relevant existing tests remain 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6EA9E-25D8-45E3-A128-79A320E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4D53F-56C7-4272-9FF0-0FD24E6C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934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EDA87-9F4F-4FC2-B72C-80911451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VERIFIED = reproduction + fail-before + pass-after + existing tests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E03DB-1284-4EEF-BDBF-FBC0346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EA1BB-0B3B-49B6-97CA-59F0CAD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47C79-BB6C-4A1A-B25F-4BA027F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EF112-CA78-4493-A4FA-6F167459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3354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ACB8D-4F53-4314-B375-2E914910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6E616-6D55-43C8-9428-6F787E7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ILLUSTRATIVE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D9945-07FD-4BC6-A661-5FBB7CD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An idempotency race survives only until the database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85836-1E96-4EB8-A269-442609F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Demo scenario for presentation purposes; results below are illustrative, not production telemetry.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44508-2BD3-478C-951B-56CF6AA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5720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14BA5-5F62-45A1-B970-E4662C24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PVS-421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233D8-52EF-4C56-9D4D-0E45B32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Duplicate payment records during concurrent retries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02F8B-4D5D-4FB2-9593-F03CAC9C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DC08C-EC40-4E7A-8124-F64F348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FBC23-1EC9-4A05-A539-6E034D1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Transaction 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2E79D-13AE-49CB-A8AD-29FC7348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AC45C-FFDF-432B-9D0F-DDC66F4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1C3EC-21EF-452A-86CA-486D239B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Client retry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472ED-B6AB-436E-B6FC-DEB9C9E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1E176-92E8-4627-A579-1307F7C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3792B-95D6-4C7F-8BA3-92EF50CA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Contaminated fixture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1AD54-2D8F-4AEA-85E3-6E918A8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59ED2-5615-4DC7-BD34-2B3CF01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BEFORE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7A9C7-BDA2-4612-B729-504FBC5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37/50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12670-AA57-4D14-B65C-0CD1F66E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A7E7D-58F1-4E02-8650-F8F4118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AFTER FIX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E8ED9-5EB2-44AB-9552-ED9589F9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0/50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CFEDF-C8C3-4B29-8AB6-86D242A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75BA8-6B71-4067-B9B0-7F13D6B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8592B-0FE0-47A9-8584-569FCC4B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Verified cause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49494-A6B4-45EC-9E31-7E583627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0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The lookup and insert were not protected by one database transaction or a uniqueness constraint.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5A59E-15AC-4FD9-9D5C-B81ED025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6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Recommended action: approve the verified patch and create a draft pull request.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534B6-408E-4A3D-940B-B1236BA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1A153-5218-45B5-B172-75D193B0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9D5DE-5E33-4F63-9D33-F155A59D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CB621-D004-46B9-BB01-FFF65CA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0704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65287-D107-4FD1-AF0F-703BBA1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3D4FE-6B45-4B0B-B1DE-6BC1AAD3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4F843-9E23-478A-844B-F97BC62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IBM Bob supported the build from architecture through verification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84cde5db74034"/>
          <a:srcRect xmlns:a="http://schemas.openxmlformats.org/drawingml/2006/main" l="0" t="21855" r="0" b="21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33600"/>
            <a:ext cx="4095750" cy="18288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943ab46de4134"/>
          <a:srcRect xmlns:a="http://schemas.openxmlformats.org/drawingml/2006/main" l="0" t="23649" r="0" b="23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3886200"/>
            <a:ext cx="4095750" cy="18288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cbca8517e479a"/>
          <a:srcRect xmlns:a="http://schemas.openxmlformats.org/drawingml/2006/main" l="22744" t="0" r="227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2133600"/>
            <a:ext cx="3124200" cy="3581400"/>
          </a:xfrm>
          <a:prstGeom xmlns:a="http://schemas.openxmlformats.org/drawingml/2006/main" prst="roundRect">
            <a:avLst>
              <a:gd name="adj" fmla="val 365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B990A-DB46-4405-A35A-D9B548B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Bob helped define and implement: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213A9-157C-48F0-8C8D-27F0763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DEDD0-E311-4C79-9CCC-38E8F22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Architecture and implementation 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5E806-A371-41FE-8F0F-7531AD82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6BCAA-32B4-4CD2-9B83-C05BA5F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718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Database schema and API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F452-7691-4577-B2D1-4E37D45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C1B9-4619-44A2-BAEE-48688AE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Allowlisted code, Git and test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50A3D-44CC-4216-A231-A6F77BF8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34CA1-1AD3-45A2-8A82-254E232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671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Isolated hypothesis worktrees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F0689-B96C-4D99-BF8F-4C30D5B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268BA-8C10-4B7D-8C4D-0022D470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Investigation and arbiter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6DA31-E225-4872-BCFD-25A35D1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791DC-9E5C-47F0-9386-3F57F005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625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Verification engine and review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63094-4737-4612-9BAA-7F4BF0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435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E1C94-C11C-47BD-9DD6-F2BCC12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150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72C58-6C94-40E3-A1B0-20E986B2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816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exported Bob session screenshots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48440-7901-41CE-9BD0-6E10A76C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0E7F6-19D8-4F85-A295-42BB646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25C6B-A516-4518-BD2A-D045557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969F9-CF56-4ED0-AA4B-B33F3F7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446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91FE3-2228-4AEE-8594-02F2EB58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TRACE LAB ·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1DEF4-B1F9-44D3-B82C-BF07F724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Evidence decides.</a:t>
            </a:r>
          </a:p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Engineers approve.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A96FA-2EAA-42D1-9F1B-1DD62A8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rPr>
              <a:t>TraceLab turns a bug report into competing hypotheses, isolated experiments, reproducible proof and a diagnosis an engineer can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6F998-77D1-4097-9B53-1F9F22C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3429000" cy="41719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2BF36-0BFE-48CD-8026-36510F6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0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417FF-BE94-46E4-80E5-C69112F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527A8-4D6A-4274-9B2B-065048D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4200-7AD5-4075-854A-F58AE992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PUBLIC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2460A-E8ED-4F05-AF1B-BBA7102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rPr>
              <a:t>github.com/yasshhhraj/tracelab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0FFDF-9E44-4CAD-808F-6FF6C3B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1BFCD-AB8A-4086-A5A0-9BBAB4C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TECHNOLOGY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57511-2347-4B1E-88D8-39F5D2B0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Python · FastAPI · asyncio</a:t>
            </a:r>
          </a:p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Next.js · PostgreSQL · Git worktrees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2B74-7E74-4F40-8B92-C07CD82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Hypothesis → Experiment → Evidence →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E1813-7C1D-472F-8D29-F6F88E26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Agentic AI · Debugging · Testing · Developer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A461D-E842-4023-B092-138A1E98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5B1C5-2A17-4DBC-8CB2-3B981F4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FEE16-5428-4C29-9126-10635DC6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470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2026-09-26T16:09:04.9250000Z</dcterms:created>
  <dcterms:modified xsi:type="dcterms:W3CDTF">2026-09-26T16:09:04.9250000Z</dcterms:modified>
</coreProperties>
</file>